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54EBF-B6CA-4E78-B32C-8F1240DBF6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20F019-0845-4E00-896C-7D7D6E43D8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F650E-7B7C-477B-B9E7-5E9C2E344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60197-E977-49C3-8E94-B44B7E49794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5ACC0-DAFE-475A-A00F-DFF141583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56572-F94C-414A-9D76-A3362A387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206AD-290A-48AE-8725-1A838C7B5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13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1934E-63D1-4BE8-B099-A8A89DA98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F6677-83AC-4AA8-BBA9-FA9C491FA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F41F9-2360-4E37-949C-3A1751378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60197-E977-49C3-8E94-B44B7E49794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7F00B-F777-457D-8514-380690B07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79A35-8F47-4DD8-9FCA-1C4C2DD1E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206AD-290A-48AE-8725-1A838C7B5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662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0310D-F020-40DF-8188-4D36D59F8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9A4DCE-3D8D-4FC0-9660-DD148C96D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77675-0CC6-4CCF-A3CB-C7FF18D43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60197-E977-49C3-8E94-B44B7E49794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F7FD5-66F2-41AA-B593-CAE81E67C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6BFE9-A520-4669-80A6-AFB34DC57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206AD-290A-48AE-8725-1A838C7B5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79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413D1-B1B1-404E-B88A-EB1A491C5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5CACA-1512-4D32-830E-EC01AFAB10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D19CD0-0A28-4D03-A7BA-083DDC7FF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DA7FAE-56C1-4795-A566-64D607CCA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60197-E977-49C3-8E94-B44B7E49794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59214-B204-474E-AB8C-6DBDFA469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1780D3-DEA4-4343-BBBF-05ACCF1D6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206AD-290A-48AE-8725-1A838C7B5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89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96663-4F9B-461D-BB8A-68382742E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1D23E-3B67-4BB0-B1FD-57D45ECF7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C0C7DA-1C31-444C-83FA-DAA58D4DB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E5B9F1-9F1E-4151-81B2-77649A9C72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7F56D6-CDD1-40EA-8E5F-C6CA91DBC8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CF3A88-A2F7-4459-AA92-3A9705CEF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60197-E977-49C3-8E94-B44B7E49794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0663FE-F4C3-4633-B612-3C602C6C7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873862-677E-4BA2-A442-31EC032B8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206AD-290A-48AE-8725-1A838C7B5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032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3816B-2093-4499-BF98-DAA2865D5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651CD4-A749-4EE0-8975-9AF6CFC1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60197-E977-49C3-8E94-B44B7E49794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E49E4D-1BF7-4D6B-BE1E-1F04D4BF6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B4E37A-CC40-4E0D-A2E7-1B7EB9B44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206AD-290A-48AE-8725-1A838C7B5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302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EC70BD-E525-4E13-9E4D-B083968B6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60197-E977-49C3-8E94-B44B7E49794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7714CD-EF87-48F4-96AC-4A0E292C2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5CC13-4318-4294-A3FD-1EF984BB8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206AD-290A-48AE-8725-1A838C7B5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690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93FB2-3776-40B9-8026-91E3D50E1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B6FDB-5DCA-4D6B-88CA-659D13536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C73A6-2F4B-42F2-B532-6E6E61ACA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AFB97-8B29-4AAC-AA04-21F9BAAC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60197-E977-49C3-8E94-B44B7E49794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BBED07-2AAC-4A15-9763-84CC473C3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36BC67-E743-4C70-8AB7-4C1E7E3C7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206AD-290A-48AE-8725-1A838C7B5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65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E7A1C-BAE6-457F-B9C8-0B4501E92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6D7B6C-504E-41BA-9F76-0D7CE6E3E6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9BEA6F-D44A-4A7C-AD67-00113AD1CA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C800E-F34A-4E6F-A864-532B04DF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60197-E977-49C3-8E94-B44B7E49794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61226-EF52-4633-8672-997CCDB6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2EACA5-1276-44DF-A529-19AB1004F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206AD-290A-48AE-8725-1A838C7B5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557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7EEBE-71D3-4FF1-9401-EBC869203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B398B8-688E-4445-9E1E-379B04448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26CD2-CA54-4705-989D-6BBE27921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60197-E977-49C3-8E94-B44B7E49794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A7021-0D6B-4218-A1BF-4D575CC7D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0B6D8-C042-494C-8093-26ED12473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206AD-290A-48AE-8725-1A838C7B5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539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8347D4-915A-4885-AFC3-DAEA0D2BF7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055902-716D-407F-9FFD-4F45634CE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88C65-6C73-463A-9BA0-B333B73D6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60197-E977-49C3-8E94-B44B7E49794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6E8EF-BF9E-46E1-85D3-83402A0B4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2E489-5CAD-4FEA-857E-AC2EBD409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206AD-290A-48AE-8725-1A838C7B5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878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6888E6-53F4-4835-99BB-092FB5898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42008-69C9-4175-A0B4-7E35530EA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5A3C5-6A11-4088-BFC2-434EAE86B6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960197-E977-49C3-8E94-B44B7E49794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7566A-F0A8-4E23-A4EF-1003FE56C1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D0A2B-904C-4008-9C23-FD9F1329CC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206AD-290A-48AE-8725-1A838C7B5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09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141DF-6CC2-4DCC-B7AA-FF91857829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Fake News Detection</a:t>
            </a:r>
            <a:br>
              <a:rPr lang="en-US" dirty="0"/>
            </a:br>
            <a:r>
              <a:rPr lang="en-US" sz="4000" dirty="0"/>
              <a:t>U2U Internship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1F04AC-47CB-4990-A7BC-C4FFF3432D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Name: Prachi Jaiswal</a:t>
            </a:r>
          </a:p>
          <a:p>
            <a:pPr algn="l"/>
            <a:r>
              <a:rPr lang="en-US" dirty="0"/>
              <a:t>College Name: Usha Mittal Institute of Technology</a:t>
            </a:r>
          </a:p>
          <a:p>
            <a:pPr algn="l"/>
            <a:r>
              <a:rPr lang="en-US" dirty="0"/>
              <a:t>Date: 6 July 2026</a:t>
            </a:r>
          </a:p>
        </p:txBody>
      </p:sp>
    </p:spTree>
    <p:extLst>
      <p:ext uri="{BB962C8B-B14F-4D97-AF65-F5344CB8AC3E}">
        <p14:creationId xmlns:p14="http://schemas.microsoft.com/office/powerpoint/2010/main" val="3057201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F4D8D-83A7-4D47-91A8-85377C4F8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B24DE-3CAF-4C7A-A1C7-BC91423F2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Detect fake news using AI.</a:t>
            </a:r>
          </a:p>
          <a:p>
            <a:r>
              <a:rPr lang="en-US" dirty="0"/>
              <a:t>Collect and clean news data.</a:t>
            </a:r>
          </a:p>
          <a:p>
            <a:r>
              <a:rPr lang="en-US" dirty="0"/>
              <a:t>Build backend and frontend.</a:t>
            </a:r>
          </a:p>
          <a:p>
            <a:r>
              <a:rPr lang="en-US" dirty="0"/>
              <a:t>Prepare deployment architecture.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995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F7C64-C9C1-4A5C-AF05-16EACCD0B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Dataset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94AC3-95F4-41F5-938E-0513AEB8A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Fake.csv</a:t>
            </a:r>
          </a:p>
          <a:p>
            <a:r>
              <a:rPr lang="en-US" dirty="0"/>
              <a:t>True.csv</a:t>
            </a:r>
          </a:p>
          <a:p>
            <a:r>
              <a:rPr lang="en-US" dirty="0"/>
              <a:t>Cleaned dataset stored in </a:t>
            </a:r>
            <a:r>
              <a:rPr lang="en-US" dirty="0" err="1"/>
              <a:t>cleaned_data</a:t>
            </a:r>
            <a:r>
              <a:rPr lang="en-US" dirty="0"/>
              <a:t> / .</a:t>
            </a:r>
          </a:p>
          <a:p>
            <a:r>
              <a:rPr lang="en-US" dirty="0"/>
              <a:t>Used for AI model training and testing.</a:t>
            </a:r>
          </a:p>
        </p:txBody>
      </p:sp>
    </p:spTree>
    <p:extLst>
      <p:ext uri="{BB962C8B-B14F-4D97-AF65-F5344CB8AC3E}">
        <p14:creationId xmlns:p14="http://schemas.microsoft.com/office/powerpoint/2010/main" val="4242930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71402-0A12-4B26-9F76-14691EFB3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System Architecture</a:t>
            </a:r>
            <a:br>
              <a:rPr lang="en-US" dirty="0"/>
            </a:br>
            <a:r>
              <a:rPr lang="en-US" sz="3200" dirty="0"/>
              <a:t>Explain briefly: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76402-F790-4207-ACA8-D3EA12305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sends news.</a:t>
            </a:r>
          </a:p>
          <a:p>
            <a:r>
              <a:rPr lang="en-US" dirty="0"/>
              <a:t>Flask server receives request.</a:t>
            </a:r>
          </a:p>
          <a:p>
            <a:r>
              <a:rPr lang="en-US" dirty="0"/>
              <a:t>AI model predicts Fake or Real.</a:t>
            </a:r>
          </a:p>
          <a:p>
            <a:r>
              <a:rPr lang="en-US" dirty="0"/>
              <a:t>Results are stored.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753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D7E5A-26F1-4FDA-A37C-63A7F5F01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3FC5C-6297-458D-A026-EE6A83F993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/>
              <a:t>Technology</a:t>
            </a:r>
          </a:p>
          <a:p>
            <a:r>
              <a:rPr lang="en-US" dirty="0"/>
              <a:t>Python</a:t>
            </a:r>
          </a:p>
          <a:p>
            <a:r>
              <a:rPr lang="en-US" dirty="0"/>
              <a:t>Flask</a:t>
            </a:r>
          </a:p>
          <a:p>
            <a:r>
              <a:rPr lang="en-US" dirty="0"/>
              <a:t>HTML/CSS</a:t>
            </a:r>
          </a:p>
          <a:p>
            <a:r>
              <a:rPr lang="en-US" dirty="0"/>
              <a:t>JavaScript</a:t>
            </a:r>
          </a:p>
          <a:p>
            <a:r>
              <a:rPr lang="en-US" dirty="0"/>
              <a:t>GitHub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7C04E-C3A9-4E39-A8A9-E8C6E991558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/>
              <a:t>Purpose</a:t>
            </a:r>
          </a:p>
          <a:p>
            <a:r>
              <a:rPr lang="en-US" dirty="0"/>
              <a:t>Backend &amp; Data Cleaning</a:t>
            </a:r>
          </a:p>
          <a:p>
            <a:r>
              <a:rPr lang="en-US" dirty="0"/>
              <a:t>API Server</a:t>
            </a:r>
          </a:p>
          <a:p>
            <a:r>
              <a:rPr lang="en-US" dirty="0"/>
              <a:t>Frontend UI</a:t>
            </a:r>
          </a:p>
          <a:p>
            <a:r>
              <a:rPr lang="en-US" dirty="0"/>
              <a:t>User Interaction</a:t>
            </a:r>
          </a:p>
          <a:p>
            <a:r>
              <a:rPr lang="en-US" dirty="0"/>
              <a:t>Source Code Repository </a:t>
            </a:r>
          </a:p>
        </p:txBody>
      </p:sp>
    </p:spTree>
    <p:extLst>
      <p:ext uri="{BB962C8B-B14F-4D97-AF65-F5344CB8AC3E}">
        <p14:creationId xmlns:p14="http://schemas.microsoft.com/office/powerpoint/2010/main" val="3964753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03A8A-02DE-4901-AC36-900C0F8AA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F75DB-0691-4C63-9B76-B598C0BE9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cleaned successfully.</a:t>
            </a:r>
          </a:p>
          <a:p>
            <a:r>
              <a:rPr lang="en-US" dirty="0"/>
              <a:t>Flask backend created.</a:t>
            </a:r>
          </a:p>
          <a:p>
            <a:r>
              <a:rPr lang="en-US" dirty="0"/>
              <a:t>Frontend interface developed.</a:t>
            </a:r>
          </a:p>
          <a:p>
            <a:r>
              <a:rPr lang="en-US" dirty="0"/>
              <a:t>Architecture and API documentation completed.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108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DEB3-0609-4982-98C8-A29FEC76B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E01A9-A41A-4738-B647-421939CC9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project demonstrates a basic AI-powered Fake News Detection system with data processing, backend API, frontend interface, and deployment architecture.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160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167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AI Fake News Detection U2U Internship Project</vt:lpstr>
      <vt:lpstr>Objective</vt:lpstr>
      <vt:lpstr>Dataset Used</vt:lpstr>
      <vt:lpstr>                       System Architecture Explain briefly:</vt:lpstr>
      <vt:lpstr>Technologies Used</vt:lpstr>
      <vt:lpstr>Results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Fake News Detection U2U Internship Project</dc:title>
  <dc:creator>LENOVO</dc:creator>
  <cp:lastModifiedBy>LENOVO</cp:lastModifiedBy>
  <cp:revision>3</cp:revision>
  <dcterms:created xsi:type="dcterms:W3CDTF">2026-07-06T13:13:24Z</dcterms:created>
  <dcterms:modified xsi:type="dcterms:W3CDTF">2026-07-06T13:26:34Z</dcterms:modified>
</cp:coreProperties>
</file>